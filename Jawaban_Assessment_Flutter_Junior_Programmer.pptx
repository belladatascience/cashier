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5394960"/>
          </a:xfrm>
          <a:prstGeom prst="roundRect">
            <a:avLst>
              <a:gd name="adj" fmla="val 3390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188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LEMBAGA SERTIFIKASI PROFESI (LSP) MEDIA INFORMATIKA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Jawaban &amp; Panduan Solusi Lengkap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Sertifikasi Flutter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Skema: Junior Mobile Programmer (Flutter + Local Database / Firebase)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3520440"/>
            <a:ext cx="98755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49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Autentikasi &amp; Session Secure Storage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3749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Dashboard Interaktif &amp; Ringkasan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Siklus CRUD Lengkap (Create, Read, Update, Delete)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Profil Pengguna &amp; Sunting Akun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Media Lokal (Kamera/Galeri) &amp; Dark/Light Theme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5303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Dibuat dengan penjelasan praktis, konsep alur kerja, dan implementasi kode Flutter.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&amp;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Studi Kasus &amp; Landasan Arsitektur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LSP Media Informatika • Assessment Sertifikasi Flutter – Junior Mobile Programmer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6565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2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512064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Ruang Lingkup Asesmen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47548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Tujuan: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Mengembangkan aplikasi mandiri berbasis Flutter dengan integrasi database (Local SQLite / Firebase).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Platform: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Framework (Mobile Android / iOS / Desktop).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 Kualitas LSP: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Struktur kode rapi dan modular (Clean Code).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Validasi form input di setiap interaksi.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Penyimpanan kredensial aman (Secure Storage).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4. Siklus CRUD lengkap dengan konfirmasi aksi.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5. Fitur nilai tambah (Media &amp; Tema Dinamis).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530352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Arsitektur &amp; Teknologi yang Digunakan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7830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UI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20299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Material 3 + Google Fonts + Responsive Layout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2432304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47802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Autentikasi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27249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 (Email/Pass) / Local Verification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9360" y="3127248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172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 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46520" y="341985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Firestore (Cloud NoSQL) &amp; SQLite (Local DB)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9360" y="3822192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8679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Security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4114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Secure Storage / SharedPreferences terenkripsi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9360" y="4517136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56285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48097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setState + ValueNotifier / Provider (Mudah dipahami)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521208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5257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&amp; Asset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55046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Picker (Kamera/Galeri) + Lottie Animation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AUTENTIKASI &amp; MANAJEMEN SESI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Halaman Register (Create Akun Pengguna Baru)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LSP Media Informatika • Assessment Sertifikasi Flutter – Junior Mobile Programmer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6565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3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530352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Penjelasan Konsep &amp; Validasi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Form Input Interaktif: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Field: Nama Lengkap, Email / ID Pengguna, No HP, Asal Kota, Password &amp; Konfirmasi Password.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Validasi Form (Form Validation):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Memastikan semua kolom wajib diisi (`validator: (val) =&gt; val.isEmpty ? ...`).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Validasi format email yang benar (@ domain).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Password minimal 6 karakter sesuai standar keamanan.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Konfirmasi password harus cocok persis dengan password.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Pemrosesan &amp; Penyimpanan Data: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Mendaftarkan user ke Firebase Authentication.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Menyimpan metadata/profil lengkap ke Firestore (`users/{uid}`) atau tabel SQLite lokal.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5212080" cy="5120640"/>
          </a:xfrm>
          <a:prstGeom prst="roundRect">
            <a:avLst>
              <a:gd name="adj" fmla="val 267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280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💻 Implementasi Kode Flutter (Dart)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69164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Eksekusi Registrasi Firebase Auth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Future&lt;void&gt; registerUser() async {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(!_formKey.currentState!.validate()) return;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(passwordC.text != confirmPassC.text) {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showError("Konfirmasi password tidak cocok!");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Register ke Firebase Auth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cred = await FirebaseAuth.instance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.createUserWithEmailAndPassword(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email: emailC.text.trim(),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password: passwordC.text,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Simpan data pelengkap ke Firestore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FirebaseFirestore.instance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.collection('users')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.doc(cred.user!.uid)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.set({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'nama': nameC.text.trim(),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'email': emailC.text.trim(),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'telepon': phoneC.text.trim(),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'kota': cityC.text.trim(),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'createdAt': FieldValue.serverTimestamp(),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});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AUTENTIKASI &amp; MANAJEMEN SESI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Halaman Login (Verify Akun) &amp; Secure Storage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LSP Media Informatika • Assessment Sertifikasi Flutter – Junior Mobile Programmer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6565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4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530352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Alur Verifikasi &amp; Manajemen Token Sesi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Form Login &amp; Validasi: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Input Email/ID dan Password dengan fitur toggle visibilitas password (ikon mata).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Proses Verifikasi Akun: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Mengirim kredensial ke Firebase (`signInWithEmailAndPassword`) atau mencocokkan hash di SQLite lokal.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Menampilkan pesan error jika email/password salah.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Penyimpanan Aman (Flutter Secure Storage):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Simpan user token/UID &amp; status login secara terenkripsi menggunakan Secure Storage.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Mencegah user perlu login ulang saat aplikasi ditutup &amp; dibuka lagi.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Navigasi ke Dashboard: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Menggunakan `Navigator.pushReplacement` atau `pushAndRemoveUntil` agar user tidak bisa menekan tombol back ke halaman login.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5212080" cy="5120640"/>
          </a:xfrm>
          <a:prstGeom prst="roundRect">
            <a:avLst>
              <a:gd name="adj" fmla="val 267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280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💻 Logika Login &amp; Secure Storage (Dart)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69164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secureStorage = const FlutterSecureStorage();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Future&lt;void&gt; loginUser() async {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1. Verifikasi kredensial di Firebase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cred = await FirebaseAuth.instance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.signInWithEmailAndPassword(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email: emailC.text.trim(),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password: passwordC.text,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2. Simpan token &amp; ID ke Secure Storage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token = await cred.user?.getIdToken();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secureStorage.write(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key: 'auth_token', 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value: token,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secureStorage.write(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key: 'user_uid', 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value: cred.user?.uid,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3. Pindah langsung ke Dashboard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Navigator.pushAndRemoveUntil(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context,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MaterialPageRoute(builder: (_) =&gt; const DashboardScreen()),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(route) =&gt; false,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(e) {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showSnackBar('Login Gagal: $e');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AUTENTIKASI &amp; MANAJEMEN SESI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 Fungsi Logout (Hapus Sesi Pengguna)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LSP Media Informatika • Assessment Sertifikasi Flutter – Junior Mobile Programmer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6565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5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530352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Mekanisme Pemutusan Sesi (Logout)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Dialog Konfirmasi Logout: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Menampilkan `AlertDialog` agar sesi tidak terhapus secara tidak sengaja oleh pengguna.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Pembersihan Sesi Secara Permanen: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Memanggil `FirebaseAuth.instance.signOut()` untuk mencabut sesi token aktif dari server.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Menghapus seluruh key/token lokal di `FlutterSecureStorage` (`deleteAll()`) atau `SharedPreferences`.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Menghapus state memori aplikasi (`UserDataStore.instance.clear()`).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Redirection &amp; Keamanan Navigasi: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Mengarahkan pengguna kembali ke Halaman Login (`cashierlogin1`).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Mengosongkan seluruh riwayat backstack navigasi (`pushAndRemoveUntil`) agar tombol back fisik perangkat tidak membuka kembali data dashboard.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5212080" cy="5120640"/>
          </a:xfrm>
          <a:prstGeom prst="roundRect">
            <a:avLst>
              <a:gd name="adj" fmla="val 267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280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💻 Implementasi Dialog &amp; Fungsi Logout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69164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Future&lt;void&gt; handleLogout(BuildContext context) async {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1. Tampilkan dialog konfirmasi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confirm = await showDialog&lt;bool&gt;(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context: context,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builder: (ctx) =&gt; AlertDialog(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title: const Text('Konfirmasi Logout'),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content: const Text('Yakin ingin keluar dari akun?'),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actions: [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TextButton(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onPressed: () =&gt; Navigator.pop(ctx, false),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child: const Text('Batal'),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ElevatedButton(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onPressed: () =&gt; Navigator.pop(ctx, true),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child: const Text('Keluar'),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],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(confirm == true) {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2. Sign out dari Firebase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FirebaseAuth.instance.signOut();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3. Hapus token dari Secure Storage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storage = const FlutterSecureStorage();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storage.deleteAll();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4. Reset navigasi ke Halaman Login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Navigator.pushAndRemoveUntil(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context,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MaterialPageRoute(builder: (_) =&gt; const LoginScreen()),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(route) =&gt; false,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EC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DASHBOARD UTAMA APLIKASI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&amp; 2.2 Dashboard Utama: Header Dinamis &amp; Ringkasan Data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LSP Media Informatika • Assessment Sertifikasi Flutter – Junior Mobile Programmer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6565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6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530352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2.1 Informasi Header Dinamis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Nama Pengguna Dinamis: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Mengambil nama kasir/user aktif secara realtime dari state `UserDataStore` atau `FirebaseAuth.currentUser.displayName`.
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Format Tanggal Rapi (Indonesian Locale):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Menggunakan package `intl` dengan lokal `id_ID`: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`DateFormat("EEEE, d MMMM yyyy", "id_ID").format(DateTime.now())`
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Contoh Hasil: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"Senin, 14 September 2026"
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 Shift Aktif: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Menampilkan badge status shift kasir (Pagi / Siang / Malam).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521208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280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2.2 Ringkasan Data (Read Ringkas)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Kartu Metrik / Statistik Ringkas (Metric Cards):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Total Pendapatan / Penjualan Hari Ini (Rp).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Jumlah Transaksi Kasir Selesai.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Total Menu / Item Produk Terdaftar.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4. Status Stok Menipis / Perlu Restock.
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Integrasi Realtime StreamBuilder: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Data dihitung otomatis dari query Firestore `snapshots()` atau fungsi `COUNT()` / `SUM()` di SQLite lokal.
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yang Menarik: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Menggunakan kartu rounded dengan ikon relevan, gradien warna halus, dan hierarki tipografi yang jelas.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DASHBOARD UTAMA APLIKASI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Navigasi Cepat (Quick Actions &amp; Navigation Menu)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LSP Media Informatika • Assessment Sertifikasi Flutter – Junior Mobile Programmer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6565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7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338328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Tambah Data Baru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Create Entitas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20116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Tombol Floating Action Button (FAB) atau Kartu Menu cepat untuk membuka formulir entri produk/transaksi baru.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188720"/>
            <a:ext cx="338328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Riwayat Lengkap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1691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Read List View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0" y="20116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navigasi untuk membuka daftar riwayat seluruh transaksi atau katalog produk lengkap dengan fitur search &amp; filter.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188720"/>
            <a:ext cx="3383280" cy="310896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Profil Pengguna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0" y="1691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Akun &amp; Pengaturan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0" y="20116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cepat ke profil kasir, pengelolaan hak akses staf, serta pengaturan preferensi tema dan bahasa aplikasi.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48056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6177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Pola Implementasi UI/UX Navigasi di Flutter: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93776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BottomNavigationBar / Side Navigation Drawer: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Memungkinkan perpindahan antar-halaman utama tanpa kehilangan konteks.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Quick Action Grid: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menyediakan 4 tombol pintas utama (POS Kasir, Transaksi, Kelola Menu/User, Laporan Shift).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Navigation Stack: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Menggunakan `Navigator.push()` dengan transisi animasi halus untuk pengalaman pengguna yang intuitif.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MANAJEMEN DATA UTAMA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&amp; 3.2 Siklus CRUD: Tambah Data (Create) &amp; List Data (Read)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LSP Media Informatika • Assessment Sertifikasi Flutter – Junior Mobile Programmer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6565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8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530352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3.1 Halaman Tambah Data (Create)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Formulir Input Interaktif:
</a:t>
            </a:r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Input atribut data (Contoh Produk: Nama Menu, Kategori, Harga Jual, Stok Awal, Deskripsi, Foto).
</a:t>
            </a:r>
            <a:pPr indent="0" marL="0">
              <a:lnSpc>
                <a:spcPts val="1450"/>
              </a:lnSpc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Validasi Form Komprehensif:
</a:t>
            </a:r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Format harga harus berupa angka positif.
</a:t>
            </a:r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Field nama tidak boleh kosong.
</a:t>
            </a:r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Pilihan kategori dropdown wajib dipilih.
</a:t>
            </a:r>
            <a:pPr indent="0" marL="0">
              <a:lnSpc>
                <a:spcPts val="1450"/>
              </a:lnSpc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Penyimpanan ke Database:
</a:t>
            </a:r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Cloud Firestore: `FirebaseFirestore.instance.collection("menu").add({...})`
</a:t>
            </a:r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Local SQLite: `dbHelper.insertProduct(productModel.toMap())`
</a:t>
            </a:r>
            <a:pPr indent="0" marL="0">
              <a:lnSpc>
                <a:spcPts val="1450"/>
              </a:lnSpc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Feedback UI: </a:t>
            </a:r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Menampilkan SnackBar notifikasi sukses dan auto-pop form.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521208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280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3.2 Halaman Riwayat / List Data (Read)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Tampilan ListView / GridView Rapi:
</a:t>
            </a:r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Menampilkan seluruh entitas yang tersimpan menggunakan widget `ListView.builder` yang efisien dalam konsumsi memori.
</a:t>
            </a:r>
            <a:pPr indent="0" marL="0">
              <a:lnSpc>
                <a:spcPts val="1450"/>
              </a:lnSpc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Urutan &amp; Filtering:
</a:t>
            </a:r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Mengurutkan data berdasarkan timestamp terbaru (`orderBy("createdAt", descending: true)`).
</a:t>
            </a:r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Tersedia Search Bar pencarian nama &amp; filter kategori.
</a:t>
            </a:r>
            <a:pPr indent="0" marL="0">
              <a:lnSpc>
                <a:spcPts val="1450"/>
              </a:lnSpc>
              <a:buNone/>
            </a:pPr>
            <a:r>
              <a:rPr lang="en-US" sz="9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Handling Lengkap:
</a:t>
            </a:r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Shimmer / CircularProgressIndicator saat data dimuat (Loading).
</a:t>
            </a:r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Tampilan ilustrasi/teks saat data kosong (Empty State).
</a:t>
            </a:r>
            <a:pPr indent="0" marL="0">
              <a:lnSpc>
                <a:spcPts val="1450"/>
              </a:lnSpc>
              <a:buNone/>
            </a:pPr>
            <a:r>
              <a:rPr lang="en-US" sz="9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Error message widget jika gagal koneksi database.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MANAJEMEN DATA UTAMA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3.3, 3.4 &amp; 3.5 Detail, Edit (Update) &amp; Hapus (Delete)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LSP Media Informatika • Assessment Sertifikasi Flutter – Junior Mobile Programmer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6565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9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3383280" cy="51206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Detail Data (Read Individual)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Klik item pada list untuk membuka halaman detail.
• Mengirim objek model / ID dokumen melalui konstruktor navigasi.
• Menampilkan informasi lengkap (Foto resolusi penuh, rincian harga, stok, tanggal pembuatan, log aktivitas).
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097280"/>
            <a:ext cx="3383280" cy="51206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280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Edit Data (Update)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Tombol Edit di halaman detail membuka form edit.
• Inisialisasi form terisi otomatis dengan data lama (Pre-filled form).
• Validasi field sebelum pembaruan.
• Eksekusi update ke Firestore (`doc(id).update(...)`) atau SQLite (`db.update(...)`).
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097280"/>
            <a:ext cx="3383280" cy="51206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280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Aksi Hapus (Delete)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Tombol Hapus memicu Dialog Konfirmasi Keamanan (mencegah salah pencet).
• Jika dikonfirmasi: jalankan `doc(id).delete()` atau `db.delete(...)`.
• SnackBar feedback konfirmasi terhapus dan navigasi pop kembali ke list utama.
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PROFIL PENGGUNA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&amp; 4.2 Profil Pengguna (Read &amp; Update Profil)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LSP Media Informatika • Assessment Sertifikasi Flutter – Junior Mobile Programmer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6565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10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530352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4.1 Tampilan Informasi Profil (Read)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Diri Pengguna Terdaftar: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Halaman profil memuat informasi otentik yang disinkronkan langsung dari Firestore / SQLite: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Avatar / Foto Profil Pengguna.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Nama Lengkap Kasir / Pengguna.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Email terverifikasi &amp; ID Kasir unik.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Nomor Telepon &amp; Lokasi Cabang Toko.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Role / Hak Akses (Admin / Kasir / Barista).
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Realtime State Synchronization: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Memanfaatkan `StreamSubscription` atau `ValueListenableBuilder` sehingga perubahan profil langsung tercermin di seluruh aplikasi tanpa reload.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521208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280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4.2 Fitur Sunting Profil (Update)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Formulir Edit Profil Interaktif: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Pengguna dapat mengubah nama lengkap, nomor WhatsApp/telepon, cabang toko, dan preferensi pengaturan.
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Logika Pembaruan Data: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Validasi form input.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Update data profil ke Firestore: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`FirebaseFirestore.instance.collection("users").doc(uid).update({...})`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Sinkronkan ke local storage `UserDataStore`.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4. Berikan feedback SnackBar sukses.
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Fitur Reset Password / Keamanan: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Tersedia tombol kirim link reset password Firebase langsung ke email terdaftar.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FITUR PENUNJANG (NILAI TAMBAH)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&amp; 5.2 Fitur Penunjang: Media Lokal &amp; Tema Dinamis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565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LSP Media Informatika • Assessment Sertifikasi Flutter – Junior Mobile Programmer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65653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 11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097280"/>
            <a:ext cx="530352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5.1 Manajemen Media Lokal (Kamera &amp; Galeri)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493776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Penggunaan Package: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`image_picker`
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Integrasi Sumber Gambar: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Kamera Langsung: `ImageSource.camera`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Galeri Perangkat: `ImageSource.gallery`
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Pemanfaatan dalam Proyek: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Foto Produk / Menu Masakan pada form create/update data.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Foto Profil Kasir.
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Penyimpanan Path / File: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Menyimpan path file lokal (`File(pickedFile.path)`) atau upload ke Firebase Storage / Base64 lokal.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521208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280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🌓 5.2 Opsi Tema Dinamis (Dark / Light Mode)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Toggle Tema Realtime: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 dapat berganti antara Light Mode dan Dark Mode melalui switch di menu pengaturan / drawer.
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Arsitektur Tema Flutter (AppTheme):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Menggunakan `ValueNotifier&lt;String&gt;` atau `ChangeNotifier` untuk merender ulang palet warna secara instan.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Menerapkan Material 3 ColorScheme (primary, surface, background, outline).
</a:t>
            </a:r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Persistensi Preferensi Lokal: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Pilihan tema disimpan ke `SharedPreferences` (`prefs.setString("theme_mode", mode)`), sehingga saat aplikasi dibuka kembali tema tetap sesuai pilihan terakhir pengguna.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698480" cy="5394960"/>
          </a:xfrm>
          <a:prstGeom prst="roundRect">
            <a:avLst>
              <a:gd name="adj" fmla="val 3390"/>
            </a:avLst>
          </a:prstGeom>
          <a:solidFill>
            <a:srgbClr val="0F172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058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&amp; KESIAPAN ASESMEN KOMPETENSI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Implementasi Skema Junior Mobile Programmer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9875520" cy="621792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240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2176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Autentikasi &amp; Sesi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24231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Register, Login Firebase/Local, Secure Storage, &amp; Logout aman.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692640" y="2267712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65F46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0" y="23042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Lengkap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97280" y="2816352"/>
            <a:ext cx="9875520" cy="621792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9535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91640" y="28895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Header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31363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nama dinamis, tanggal terformat id_ID, ringkasan metrik &amp; navigasi cepat.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692640" y="2980944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65F46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0" y="3017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Lengkap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97280" y="3529584"/>
            <a:ext cx="9875520" cy="621792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66674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360273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Siklus CRUD Penuh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8496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validasi Tambah, List View berurutan, Detail, Update form, &amp; Delete konfirmasi.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692640" y="3694176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65F46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0" y="3730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Lengkap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97280" y="4242816"/>
            <a:ext cx="9875520" cy="621792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437997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91640" y="43159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&amp; Sunting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91640" y="45628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Sinkronisasi data diri realtime &amp; form pembaruan profil kasir.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92640" y="4407408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65F46"/>
          </a:solidFill>
          <a:ln/>
        </p:spPr>
      </p:sp>
      <p:sp>
        <p:nvSpPr>
          <p:cNvPr id="28" name="Text 26"/>
          <p:cNvSpPr/>
          <p:nvPr/>
        </p:nvSpPr>
        <p:spPr>
          <a:xfrm>
            <a:off x="9692640" y="444398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Lengkap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97280" y="4956048"/>
            <a:ext cx="9875520" cy="621792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50932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91640" y="5029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Tambah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91640" y="52760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Image Picker (Kamera/Galeri) &amp; Toggle Tema Dark/Light tersimpan lokal.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692640" y="5120640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65F46"/>
          </a:solidFill>
          <a:ln/>
        </p:spPr>
      </p:sp>
      <p:sp>
        <p:nvSpPr>
          <p:cNvPr id="34" name="Text 32"/>
          <p:cNvSpPr/>
          <p:nvPr/>
        </p:nvSpPr>
        <p:spPr>
          <a:xfrm>
            <a:off x="9692640" y="515721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Lengkap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" y="580644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persyaratan asesmen telah terpenuhi 100% sesuai standar LSP Media Informatika.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Jawaban Assessment Sertifikasi Flutter – Junior Mobile Programmer</dc:title>
  <dc:subject>PptxGenJS Presentation</dc:subject>
  <dc:creator>LSP Media Informatika - Asesmen Sertifikasi Flutter</dc:creator>
  <cp:lastModifiedBy>LSP Media Informatika - Asesmen Sertifikasi Flutter</cp:lastModifiedBy>
  <cp:revision>1</cp:revision>
  <dcterms:created xsi:type="dcterms:W3CDTF">2026-09-14T02:11:27Z</dcterms:created>
  <dcterms:modified xsi:type="dcterms:W3CDTF">2026-09-14T02:11:27Z</dcterms:modified>
</cp:coreProperties>
</file>